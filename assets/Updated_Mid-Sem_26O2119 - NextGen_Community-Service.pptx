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503" r:id="rId8"/>
    <p:sldId id="263" r:id="rId9"/>
    <p:sldId id="264" r:id="rId10"/>
    <p:sldId id="265" r:id="rId11"/>
    <p:sldId id="266" r:id="rId12"/>
    <p:sldId id="267" r:id="rId13"/>
  </p:sldIdLst>
  <p:sldSz cx="9753600" cy="7315200"/>
  <p:notesSz cx="6858000" cy="9144000"/>
  <p:embeddedFontLst>
    <p:embeddedFont>
      <p:font typeface="Arimo" panose="020B0604020202020204" charset="0"/>
      <p:regular r:id="rId15"/>
    </p:embeddedFont>
    <p:embeddedFont>
      <p:font typeface="Calibri (MS) Bold" panose="020B0604020202020204" charset="0"/>
      <p:regular r:id="rId16"/>
    </p:embeddedFont>
    <p:embeddedFont>
      <p:font typeface="Garamond" panose="02020404030301010803" pitchFamily="18" charset="0"/>
      <p:regular r:id="rId17"/>
      <p:bold r:id="rId18"/>
      <p:italic r:id="rId19"/>
    </p:embeddedFont>
    <p:embeddedFont>
      <p:font typeface="Times New Roman Bold" panose="02020803070505020304" pitchFamily="18" charset="0"/>
      <p:bold r:id="rId20"/>
    </p:embeddedFont>
    <p:embeddedFont>
      <p:font typeface="Verdana" panose="020B0604030504040204" pitchFamily="3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159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14.09.2026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New Courses replaced with New Programmes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1767587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803E963B-23C3-BAAB-D12A-76A88337F446}"/>
              </a:ext>
            </a:extLst>
          </p:cNvPr>
          <p:cNvSpPr/>
          <p:nvPr userDrawn="1"/>
        </p:nvSpPr>
        <p:spPr>
          <a:xfrm>
            <a:off x="0" y="7162800"/>
            <a:ext cx="9753600" cy="152400"/>
          </a:xfrm>
          <a:custGeom>
            <a:avLst/>
            <a:gdLst/>
            <a:ahLst/>
            <a:cxnLst/>
            <a:rect l="l" t="t" r="r" b="b"/>
            <a:pathLst>
              <a:path w="9694445" h="7178149">
                <a:moveTo>
                  <a:pt x="0" y="0"/>
                </a:moveTo>
                <a:lnTo>
                  <a:pt x="9694445" y="0"/>
                </a:lnTo>
                <a:lnTo>
                  <a:pt x="9694445" y="7178149"/>
                </a:lnTo>
                <a:lnTo>
                  <a:pt x="0" y="717814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861" t="-4364801" r="-861" b="1"/>
            </a:stretch>
          </a:blipFill>
        </p:spPr>
      </p:sp>
      <p:sp>
        <p:nvSpPr>
          <p:cNvPr id="10" name="Freeform 2">
            <a:extLst>
              <a:ext uri="{FF2B5EF4-FFF2-40B4-BE49-F238E27FC236}">
                <a16:creationId xmlns:a16="http://schemas.microsoft.com/office/drawing/2014/main" id="{CA9DA9ED-999C-EFFB-70CE-EF87C19A2DC5}"/>
              </a:ext>
            </a:extLst>
          </p:cNvPr>
          <p:cNvSpPr/>
          <p:nvPr userDrawn="1"/>
        </p:nvSpPr>
        <p:spPr>
          <a:xfrm>
            <a:off x="-14748" y="167"/>
            <a:ext cx="9768348" cy="152401"/>
          </a:xfrm>
          <a:custGeom>
            <a:avLst/>
            <a:gdLst/>
            <a:ahLst/>
            <a:cxnLst/>
            <a:rect l="l" t="t" r="r" b="b"/>
            <a:pathLst>
              <a:path w="9694445" h="7178149">
                <a:moveTo>
                  <a:pt x="0" y="0"/>
                </a:moveTo>
                <a:lnTo>
                  <a:pt x="9694445" y="0"/>
                </a:lnTo>
                <a:lnTo>
                  <a:pt x="9694445" y="7178149"/>
                </a:lnTo>
                <a:lnTo>
                  <a:pt x="0" y="717814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861" t="-1" r="-861" b="-4403879"/>
            </a:stretch>
          </a:blipFill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753600" cy="7307075"/>
            <a:chOff x="0" y="0"/>
            <a:chExt cx="13004800" cy="9742767"/>
          </a:xfrm>
        </p:grpSpPr>
        <p:sp>
          <p:nvSpPr>
            <p:cNvPr id="3" name="Freeform 3" descr="PPT Admission Drive 2021-22-final-2_Page_01.jpg"/>
            <p:cNvSpPr/>
            <p:nvPr/>
          </p:nvSpPr>
          <p:spPr>
            <a:xfrm>
              <a:off x="0" y="0"/>
              <a:ext cx="13004800" cy="9742805"/>
            </a:xfrm>
            <a:custGeom>
              <a:avLst/>
              <a:gdLst/>
              <a:ahLst/>
              <a:cxnLst/>
              <a:rect l="l" t="t" r="r" b="b"/>
              <a:pathLst>
                <a:path w="13004800" h="9742805">
                  <a:moveTo>
                    <a:pt x="0" y="0"/>
                  </a:moveTo>
                  <a:lnTo>
                    <a:pt x="13004800" y="0"/>
                  </a:lnTo>
                  <a:lnTo>
                    <a:pt x="13004800" y="9742805"/>
                  </a:lnTo>
                  <a:lnTo>
                    <a:pt x="0" y="97428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877" r="-2877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753600" cy="7344413"/>
            <a:chOff x="0" y="0"/>
            <a:chExt cx="13056730" cy="97925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56743" cy="9792589"/>
            </a:xfrm>
            <a:custGeom>
              <a:avLst/>
              <a:gdLst/>
              <a:ahLst/>
              <a:cxnLst/>
              <a:rect l="l" t="t" r="r" b="b"/>
              <a:pathLst>
                <a:path w="13056743" h="9792589">
                  <a:moveTo>
                    <a:pt x="0" y="0"/>
                  </a:moveTo>
                  <a:lnTo>
                    <a:pt x="13056743" y="0"/>
                  </a:lnTo>
                  <a:lnTo>
                    <a:pt x="13056743" y="9792589"/>
                  </a:lnTo>
                  <a:lnTo>
                    <a:pt x="0" y="97925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6666" r="-16666"/>
              </a:stretch>
            </a:blipFill>
          </p:spPr>
        </p:sp>
      </p:grpSp>
      <p:sp>
        <p:nvSpPr>
          <p:cNvPr id="4" name="AutoShape 4"/>
          <p:cNvSpPr/>
          <p:nvPr/>
        </p:nvSpPr>
        <p:spPr>
          <a:xfrm rot="5160">
            <a:off x="1664437" y="2347093"/>
            <a:ext cx="6737147" cy="0"/>
          </a:xfrm>
          <a:prstGeom prst="line">
            <a:avLst/>
          </a:prstGeom>
          <a:ln w="9525" cap="rnd">
            <a:solidFill>
              <a:srgbClr val="4F81B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1461745" y="160296"/>
            <a:ext cx="6822472" cy="982266"/>
            <a:chOff x="0" y="0"/>
            <a:chExt cx="9096629" cy="13096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096629" cy="1309624"/>
            </a:xfrm>
            <a:custGeom>
              <a:avLst/>
              <a:gdLst/>
              <a:ahLst/>
              <a:cxnLst/>
              <a:rect l="l" t="t" r="r" b="b"/>
              <a:pathLst>
                <a:path w="9096629" h="1309624">
                  <a:moveTo>
                    <a:pt x="0" y="0"/>
                  </a:moveTo>
                  <a:lnTo>
                    <a:pt x="9096629" y="0"/>
                  </a:lnTo>
                  <a:lnTo>
                    <a:pt x="9096629" y="1309624"/>
                  </a:lnTo>
                  <a:lnTo>
                    <a:pt x="0" y="1309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4" b="-40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279102" y="2417554"/>
            <a:ext cx="9187758" cy="842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1"/>
              </a:lnSpc>
            </a:pPr>
            <a:r>
              <a:rPr lang="en-US" sz="2559" b="1" dirty="0">
                <a:solidFill>
                  <a:srgbClr val="0070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Second Year</a:t>
            </a:r>
          </a:p>
          <a:p>
            <a:pPr algn="ctr">
              <a:lnSpc>
                <a:spcPts val="3071"/>
              </a:lnSpc>
            </a:pPr>
            <a:r>
              <a:rPr lang="en-US" sz="2559" b="1" dirty="0">
                <a:solidFill>
                  <a:srgbClr val="0070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Submitted by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5731010"/>
              </p:ext>
            </p:extLst>
          </p:nvPr>
        </p:nvGraphicFramePr>
        <p:xfrm>
          <a:off x="1589152" y="3250816"/>
          <a:ext cx="6502400" cy="2767010"/>
        </p:xfrm>
        <a:graphic>
          <a:graphicData uri="http://schemas.openxmlformats.org/drawingml/2006/table">
            <a:tbl>
              <a:tblPr/>
              <a:tblGrid>
                <a:gridCol w="325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2485">
                <a:tc>
                  <a:txBody>
                    <a:bodyPr/>
                    <a:lstStyle/>
                    <a:p>
                      <a:pPr algn="ctr">
                        <a:lnSpc>
                          <a:spcPts val="2304"/>
                        </a:lnSpc>
                        <a:defRPr/>
                      </a:pPr>
                      <a:r>
                        <a:rPr lang="en-US" sz="1920" b="1" dirty="0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ROLL</a:t>
                      </a:r>
                      <a:endParaRPr lang="en-US" sz="11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4"/>
                        </a:lnSpc>
                        <a:defRPr/>
                      </a:pPr>
                      <a:r>
                        <a:rPr lang="en-US" sz="1920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NAME</a:t>
                      </a:r>
                      <a:endParaRPr lang="en-US" sz="1100"/>
                    </a:p>
                  </a:txBody>
                  <a:tcPr marT="91440" marB="9144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05"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2501010168</a:t>
                      </a:r>
                      <a:endParaRPr lang="en-US" sz="11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Harsh Dev Jha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05"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2501010153</a:t>
                      </a:r>
                      <a:endParaRPr lang="en-US" sz="11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Ishan Rawat</a:t>
                      </a:r>
                      <a:endParaRPr lang="en-US" sz="11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05"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2501010096</a:t>
                      </a:r>
                      <a:endParaRPr lang="en-US" sz="11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Hrijul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Bharadwaj</a:t>
                      </a:r>
                      <a:endParaRPr lang="en-US" sz="11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05"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2501010033</a:t>
                      </a:r>
                      <a:endParaRPr lang="en-US" sz="11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Akshay Kumar</a:t>
                      </a:r>
                      <a:endParaRPr lang="en-US" sz="11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05"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2501010144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Anvesha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Saxena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endParaRPr lang="en-US" sz="11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1600038" y="1414482"/>
            <a:ext cx="6865944" cy="65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4266" b="1" dirty="0" err="1">
                <a:solidFill>
                  <a:srgbClr val="C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AmiCare</a:t>
            </a:r>
            <a:endParaRPr lang="en-US" sz="4266" b="1" dirty="0">
              <a:solidFill>
                <a:srgbClr val="C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43643" y="6113564"/>
            <a:ext cx="1616571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1920" b="1" dirty="0">
                <a:solidFill>
                  <a:srgbClr val="0070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Faculty Mentor: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-381000" y="6088165"/>
            <a:ext cx="6859196" cy="358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Dr. Pinky </a:t>
            </a:r>
            <a:r>
              <a:rPr lang="en-US" sz="20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Kumari</a:t>
            </a:r>
            <a:endParaRPr lang="en-US" sz="20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58536"/>
            <a:ext cx="9753600" cy="6712529"/>
          </a:xfrm>
          <a:custGeom>
            <a:avLst/>
            <a:gdLst/>
            <a:ahLst/>
            <a:cxnLst/>
            <a:rect l="l" t="t" r="r" b="b"/>
            <a:pathLst>
              <a:path w="9753600" h="6712529">
                <a:moveTo>
                  <a:pt x="0" y="0"/>
                </a:moveTo>
                <a:lnTo>
                  <a:pt x="9753600" y="0"/>
                </a:lnTo>
                <a:lnTo>
                  <a:pt x="9753600" y="6712530"/>
                </a:lnTo>
                <a:lnTo>
                  <a:pt x="0" y="67125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5" r="-986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66851"/>
            <a:ext cx="9753600" cy="6563224"/>
          </a:xfrm>
          <a:custGeom>
            <a:avLst/>
            <a:gdLst/>
            <a:ahLst/>
            <a:cxnLst/>
            <a:rect l="l" t="t" r="r" b="b"/>
            <a:pathLst>
              <a:path w="9753600" h="6563224">
                <a:moveTo>
                  <a:pt x="0" y="0"/>
                </a:moveTo>
                <a:lnTo>
                  <a:pt x="9753600" y="0"/>
                </a:lnTo>
                <a:lnTo>
                  <a:pt x="9753600" y="6563224"/>
                </a:lnTo>
                <a:lnTo>
                  <a:pt x="0" y="65632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7" r="-467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04800"/>
            <a:ext cx="9694445" cy="7018772"/>
          </a:xfrm>
          <a:custGeom>
            <a:avLst/>
            <a:gdLst/>
            <a:ahLst/>
            <a:cxnLst/>
            <a:rect l="l" t="t" r="r" b="b"/>
            <a:pathLst>
              <a:path w="9694445" h="7178149">
                <a:moveTo>
                  <a:pt x="0" y="0"/>
                </a:moveTo>
                <a:lnTo>
                  <a:pt x="9694445" y="0"/>
                </a:lnTo>
                <a:lnTo>
                  <a:pt x="9694445" y="7178149"/>
                </a:lnTo>
                <a:lnTo>
                  <a:pt x="0" y="71781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61" t="-2270" r="-861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40115"/>
            <a:ext cx="9753600" cy="6392851"/>
          </a:xfrm>
          <a:custGeom>
            <a:avLst/>
            <a:gdLst/>
            <a:ahLst/>
            <a:cxnLst/>
            <a:rect l="l" t="t" r="r" b="b"/>
            <a:pathLst>
              <a:path w="9753600" h="6392851">
                <a:moveTo>
                  <a:pt x="0" y="0"/>
                </a:moveTo>
                <a:lnTo>
                  <a:pt x="9753600" y="0"/>
                </a:lnTo>
                <a:lnTo>
                  <a:pt x="9753600" y="6392851"/>
                </a:lnTo>
                <a:lnTo>
                  <a:pt x="0" y="639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34" b="-979"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792546" cy="7344410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88941" y="107184"/>
            <a:ext cx="9449987" cy="11489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536" tIns="48768" rIns="97536" bIns="48768" numCol="1" anchor="ctr" anchorCtr="0" compatLnSpc="1">
            <a:spAutoFit/>
          </a:bodyPr>
          <a:lstStyle/>
          <a:p>
            <a:pPr lvl="0">
              <a:buSzPct val="25000"/>
            </a:pPr>
            <a:r>
              <a:rPr lang="en-US" sz="3413" b="1" kern="1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Prototype/Project Flow diagram/Architecture</a:t>
            </a:r>
            <a:endParaRPr lang="en-IN" sz="3413" b="1" dirty="0">
              <a:solidFill>
                <a:srgbClr val="E31E24"/>
              </a:solidFill>
              <a:cs typeface="Times New Roman" panose="02020603050405020304" pitchFamily="18" charset="0"/>
              <a:sym typeface="Arial" panose="020B0604020202020204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1" y="1132211"/>
            <a:ext cx="9792547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9" y="6729942"/>
            <a:ext cx="2572544" cy="3698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1480" y="1380090"/>
            <a:ext cx="9370641" cy="517333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Bef>
                <a:spcPts val="640"/>
              </a:spcBef>
            </a:pPr>
            <a:endParaRPr lang="en-US" sz="1547" kern="100" dirty="0">
              <a:solidFill>
                <a:srgbClr val="000000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574249-9F08-A736-AE01-54299DA1E7B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822"/>
          <a:stretch>
            <a:fillRect/>
          </a:stretch>
        </p:blipFill>
        <p:spPr>
          <a:xfrm>
            <a:off x="60818" y="1318175"/>
            <a:ext cx="6111381" cy="32833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97FBC89-F003-8FE0-5D20-8801332238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1966" y="1318003"/>
            <a:ext cx="3420814" cy="506303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4563962-91A2-5FCE-2C12-518473F8E89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9615" t="1480" r="18045" b="-1480"/>
          <a:stretch>
            <a:fillRect/>
          </a:stretch>
        </p:blipFill>
        <p:spPr>
          <a:xfrm>
            <a:off x="60819" y="4725558"/>
            <a:ext cx="6111380" cy="15981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85800"/>
            <a:ext cx="9753600" cy="5522889"/>
          </a:xfrm>
          <a:custGeom>
            <a:avLst/>
            <a:gdLst/>
            <a:ahLst/>
            <a:cxnLst/>
            <a:rect l="l" t="t" r="r" b="b"/>
            <a:pathLst>
              <a:path w="9624390" h="5522889">
                <a:moveTo>
                  <a:pt x="0" y="0"/>
                </a:moveTo>
                <a:lnTo>
                  <a:pt x="9624390" y="0"/>
                </a:lnTo>
                <a:lnTo>
                  <a:pt x="9624390" y="5522889"/>
                </a:lnTo>
                <a:lnTo>
                  <a:pt x="0" y="55228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04" r="-2104" b="-2203"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27392"/>
            <a:ext cx="9753600" cy="6515540"/>
          </a:xfrm>
          <a:custGeom>
            <a:avLst/>
            <a:gdLst/>
            <a:ahLst/>
            <a:cxnLst/>
            <a:rect l="l" t="t" r="r" b="b"/>
            <a:pathLst>
              <a:path w="9753600" h="6515540">
                <a:moveTo>
                  <a:pt x="0" y="0"/>
                </a:moveTo>
                <a:lnTo>
                  <a:pt x="9753600" y="0"/>
                </a:lnTo>
                <a:lnTo>
                  <a:pt x="9753600" y="6515540"/>
                </a:lnTo>
                <a:lnTo>
                  <a:pt x="0" y="65155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26" t="-641" b="-1278"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61782"/>
            <a:ext cx="9753600" cy="6513350"/>
          </a:xfrm>
          <a:custGeom>
            <a:avLst/>
            <a:gdLst/>
            <a:ahLst/>
            <a:cxnLst/>
            <a:rect l="l" t="t" r="r" b="b"/>
            <a:pathLst>
              <a:path w="9753600" h="6513350">
                <a:moveTo>
                  <a:pt x="0" y="0"/>
                </a:moveTo>
                <a:lnTo>
                  <a:pt x="9753600" y="0"/>
                </a:lnTo>
                <a:lnTo>
                  <a:pt x="9753600" y="6513351"/>
                </a:lnTo>
                <a:lnTo>
                  <a:pt x="0" y="65133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4" r="-84"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531" y="325642"/>
            <a:ext cx="9722069" cy="6663916"/>
          </a:xfrm>
          <a:custGeom>
            <a:avLst/>
            <a:gdLst/>
            <a:ahLst/>
            <a:cxnLst/>
            <a:rect l="l" t="t" r="r" b="b"/>
            <a:pathLst>
              <a:path w="9797362" h="6663916">
                <a:moveTo>
                  <a:pt x="0" y="0"/>
                </a:moveTo>
                <a:lnTo>
                  <a:pt x="9797362" y="0"/>
                </a:lnTo>
                <a:lnTo>
                  <a:pt x="9797362" y="6663915"/>
                </a:lnTo>
                <a:lnTo>
                  <a:pt x="0" y="66639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28" t="-614" r="-1552" b="-614"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792548" cy="7315200"/>
            <a:chOff x="0" y="0"/>
            <a:chExt cx="13056730" cy="9753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56743" cy="9753600"/>
            </a:xfrm>
            <a:custGeom>
              <a:avLst/>
              <a:gdLst/>
              <a:ahLst/>
              <a:cxnLst/>
              <a:rect l="l" t="t" r="r" b="b"/>
              <a:pathLst>
                <a:path w="13056743" h="9753600">
                  <a:moveTo>
                    <a:pt x="0" y="0"/>
                  </a:moveTo>
                  <a:lnTo>
                    <a:pt x="13056743" y="0"/>
                  </a:lnTo>
                  <a:lnTo>
                    <a:pt x="13056743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6401" r="-1640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6810" y="6729946"/>
            <a:ext cx="2572541" cy="369808"/>
            <a:chOff x="0" y="0"/>
            <a:chExt cx="3430054" cy="49307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430016" cy="493014"/>
            </a:xfrm>
            <a:custGeom>
              <a:avLst/>
              <a:gdLst/>
              <a:ahLst/>
              <a:cxnLst/>
              <a:rect l="l" t="t" r="r" b="b"/>
              <a:pathLst>
                <a:path w="3430016" h="493014">
                  <a:moveTo>
                    <a:pt x="0" y="0"/>
                  </a:moveTo>
                  <a:lnTo>
                    <a:pt x="3430016" y="0"/>
                  </a:lnTo>
                  <a:lnTo>
                    <a:pt x="3430016" y="493014"/>
                  </a:lnTo>
                  <a:lnTo>
                    <a:pt x="0" y="493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12" r="-313" b="-12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2049513" y="2925709"/>
            <a:ext cx="5844892" cy="1198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16"/>
              </a:lnSpc>
            </a:pPr>
            <a:r>
              <a:rPr lang="en-US" sz="7680">
                <a:solidFill>
                  <a:srgbClr val="0060AA"/>
                </a:solidFill>
                <a:latin typeface="Garamond"/>
                <a:ea typeface="Garamond"/>
                <a:cs typeface="Garamond"/>
                <a:sym typeface="Garamond"/>
              </a:rPr>
              <a:t>THANK</a:t>
            </a:r>
            <a:r>
              <a:rPr lang="en-US" sz="768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7680">
                <a:solidFill>
                  <a:srgbClr val="E31E24"/>
                </a:solidFill>
                <a:latin typeface="Garamond"/>
                <a:ea typeface="Garamond"/>
                <a:cs typeface="Garamond"/>
                <a:sym typeface="Garamon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1421</TotalTime>
  <Words>55</Words>
  <Application>Microsoft Office PowerPoint</Application>
  <PresentationFormat>Custom</PresentationFormat>
  <Paragraphs>25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Calibri (MS) Bold</vt:lpstr>
      <vt:lpstr>Verdana</vt:lpstr>
      <vt:lpstr>Times New Roman</vt:lpstr>
      <vt:lpstr>Garamond</vt:lpstr>
      <vt:lpstr>Arimo</vt:lpstr>
      <vt:lpstr>Times New Roman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67c848f04d3e4fd5bfa820c237df7289.pptx</dc:title>
  <cp:lastModifiedBy>Harsh Dev Jha</cp:lastModifiedBy>
  <cp:revision>10</cp:revision>
  <dcterms:created xsi:type="dcterms:W3CDTF">2006-08-16T00:00:00Z</dcterms:created>
  <dcterms:modified xsi:type="dcterms:W3CDTF">2026-09-15T17:28:34Z</dcterms:modified>
  <dc:identifier>DAHU-xCBw5o</dc:identifier>
</cp:coreProperties>
</file>