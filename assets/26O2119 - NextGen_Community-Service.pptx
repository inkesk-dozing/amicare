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9753600" cy="7315200"/>
  <p:notesSz cx="6858000" cy="9144000"/>
  <p:embeddedFontLst>
    <p:embeddedFont>
      <p:font typeface="Times New Roman Bold" panose="02020803070505020304" pitchFamily="18" charset="0"/>
      <p:bold r:id="rId14"/>
    </p:embeddedFont>
    <p:embeddedFont>
      <p:font typeface="Garamond" panose="02020404030301010803" pitchFamily="18" charset="0"/>
      <p:regular r:id="rId15"/>
      <p:bold r:id="rId16"/>
      <p: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Arimo" panose="020B0604020202020204" charset="0"/>
      <p:regular r:id="rId22"/>
    </p:embeddedFont>
    <p:embeddedFont>
      <p:font typeface="Calibri (MS)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138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New Courses replaced with New Programmes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76758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07075"/>
            <a:chOff x="0" y="0"/>
            <a:chExt cx="13004800" cy="9742767"/>
          </a:xfrm>
        </p:grpSpPr>
        <p:sp>
          <p:nvSpPr>
            <p:cNvPr id="3" name="Freeform 3" descr="PPT Admission Drive 2021-22-final-2_Page_01.jpg"/>
            <p:cNvSpPr/>
            <p:nvPr/>
          </p:nvSpPr>
          <p:spPr>
            <a:xfrm>
              <a:off x="0" y="0"/>
              <a:ext cx="13004800" cy="9742805"/>
            </a:xfrm>
            <a:custGeom>
              <a:avLst/>
              <a:gdLst/>
              <a:ahLst/>
              <a:cxnLst/>
              <a:rect l="l" t="t" r="r" b="b"/>
              <a:pathLst>
                <a:path w="13004800" h="9742805">
                  <a:moveTo>
                    <a:pt x="0" y="0"/>
                  </a:moveTo>
                  <a:lnTo>
                    <a:pt x="13004800" y="0"/>
                  </a:lnTo>
                  <a:lnTo>
                    <a:pt x="13004800" y="9742805"/>
                  </a:lnTo>
                  <a:lnTo>
                    <a:pt x="0" y="9742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77" r="-2877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7874" y="-29213"/>
            <a:ext cx="9792548" cy="7344413"/>
            <a:chOff x="0" y="0"/>
            <a:chExt cx="13056730" cy="97925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56743" cy="9792589"/>
            </a:xfrm>
            <a:custGeom>
              <a:avLst/>
              <a:gdLst/>
              <a:ahLst/>
              <a:cxnLst/>
              <a:rect l="l" t="t" r="r" b="b"/>
              <a:pathLst>
                <a:path w="13056743" h="9792589">
                  <a:moveTo>
                    <a:pt x="0" y="0"/>
                  </a:moveTo>
                  <a:lnTo>
                    <a:pt x="13056743" y="0"/>
                  </a:lnTo>
                  <a:lnTo>
                    <a:pt x="13056743" y="9792589"/>
                  </a:lnTo>
                  <a:lnTo>
                    <a:pt x="0" y="9792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666" r="-16666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 rot="5160">
            <a:off x="1664437" y="2347093"/>
            <a:ext cx="6737147" cy="0"/>
          </a:xfrm>
          <a:prstGeom prst="line">
            <a:avLst/>
          </a:prstGeom>
          <a:ln w="9525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461745" y="160296"/>
            <a:ext cx="6822472" cy="982266"/>
            <a:chOff x="0" y="0"/>
            <a:chExt cx="9096629" cy="13096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96629" cy="1309624"/>
            </a:xfrm>
            <a:custGeom>
              <a:avLst/>
              <a:gdLst/>
              <a:ahLst/>
              <a:cxnLst/>
              <a:rect l="l" t="t" r="r" b="b"/>
              <a:pathLst>
                <a:path w="9096629" h="1309624">
                  <a:moveTo>
                    <a:pt x="0" y="0"/>
                  </a:moveTo>
                  <a:lnTo>
                    <a:pt x="9096629" y="0"/>
                  </a:lnTo>
                  <a:lnTo>
                    <a:pt x="9096629" y="1309624"/>
                  </a:lnTo>
                  <a:lnTo>
                    <a:pt x="0" y="1309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" b="-40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279102" y="2417554"/>
            <a:ext cx="9187758" cy="84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559" b="1" dirty="0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Second Year</a:t>
            </a:r>
          </a:p>
          <a:p>
            <a:pPr algn="ctr">
              <a:lnSpc>
                <a:spcPts val="3071"/>
              </a:lnSpc>
            </a:pPr>
            <a:r>
              <a:rPr lang="en-US" sz="2559" b="1" dirty="0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Submitted by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887568"/>
              </p:ext>
            </p:extLst>
          </p:nvPr>
        </p:nvGraphicFramePr>
        <p:xfrm>
          <a:off x="1589152" y="3250816"/>
          <a:ext cx="6502400" cy="2767010"/>
        </p:xfrm>
        <a:graphic>
          <a:graphicData uri="http://schemas.openxmlformats.org/drawingml/2006/table">
            <a:tbl>
              <a:tblPr/>
              <a:tblGrid>
                <a:gridCol w="3251200"/>
                <a:gridCol w="3251200"/>
              </a:tblGrid>
              <a:tr h="572485">
                <a:tc>
                  <a:txBody>
                    <a:bodyPr/>
                    <a:lstStyle/>
                    <a:p>
                      <a:pPr algn="ctr">
                        <a:lnSpc>
                          <a:spcPts val="2304"/>
                        </a:lnSpc>
                        <a:defRPr/>
                      </a:pPr>
                      <a:r>
                        <a:rPr lang="en-US" sz="1920" b="1" dirty="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ROLL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4"/>
                        </a:lnSpc>
                        <a:defRPr/>
                      </a:pPr>
                      <a:r>
                        <a:rPr lang="en-US" sz="192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NAME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438905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2501010168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Harsh Dev Jha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438905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2501010153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Ishan Rawat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438905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2501010096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Hrijul Bharadwaj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438905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2501010033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Akshay Kumar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438905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2501010144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Anvesha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Saxena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600038" y="1414482"/>
            <a:ext cx="6865944" cy="75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6" b="1">
                <a:solidFill>
                  <a:srgbClr val="C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Title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3643" y="6113564"/>
            <a:ext cx="1616571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b="1" dirty="0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Faculty Mentor: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381000" y="6088165"/>
            <a:ext cx="6859196" cy="35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Pinky </a:t>
            </a:r>
            <a:r>
              <a:rPr lang="en-US" sz="20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Kumari</a:t>
            </a:r>
            <a:endParaRPr lang="en-US" sz="20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58536"/>
            <a:ext cx="9753600" cy="6712529"/>
          </a:xfrm>
          <a:custGeom>
            <a:avLst/>
            <a:gdLst/>
            <a:ahLst/>
            <a:cxnLst/>
            <a:rect l="l" t="t" r="r" b="b"/>
            <a:pathLst>
              <a:path w="9753600" h="6712529">
                <a:moveTo>
                  <a:pt x="0" y="0"/>
                </a:moveTo>
                <a:lnTo>
                  <a:pt x="9753600" y="0"/>
                </a:lnTo>
                <a:lnTo>
                  <a:pt x="9753600" y="6712530"/>
                </a:lnTo>
                <a:lnTo>
                  <a:pt x="0" y="6712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5" r="-986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66851"/>
            <a:ext cx="9753600" cy="6563224"/>
          </a:xfrm>
          <a:custGeom>
            <a:avLst/>
            <a:gdLst/>
            <a:ahLst/>
            <a:cxnLst/>
            <a:rect l="l" t="t" r="r" b="b"/>
            <a:pathLst>
              <a:path w="9753600" h="6563224">
                <a:moveTo>
                  <a:pt x="0" y="0"/>
                </a:moveTo>
                <a:lnTo>
                  <a:pt x="9753600" y="0"/>
                </a:lnTo>
                <a:lnTo>
                  <a:pt x="9753600" y="6563224"/>
                </a:lnTo>
                <a:lnTo>
                  <a:pt x="0" y="65632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7" r="-467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5423"/>
            <a:ext cx="9694445" cy="7178149"/>
          </a:xfrm>
          <a:custGeom>
            <a:avLst/>
            <a:gdLst/>
            <a:ahLst/>
            <a:cxnLst/>
            <a:rect l="l" t="t" r="r" b="b"/>
            <a:pathLst>
              <a:path w="9694445" h="7178149">
                <a:moveTo>
                  <a:pt x="0" y="0"/>
                </a:moveTo>
                <a:lnTo>
                  <a:pt x="9694445" y="0"/>
                </a:lnTo>
                <a:lnTo>
                  <a:pt x="9694445" y="7178149"/>
                </a:lnTo>
                <a:lnTo>
                  <a:pt x="0" y="7178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1" r="-861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40115"/>
            <a:ext cx="9753600" cy="6392851"/>
          </a:xfrm>
          <a:custGeom>
            <a:avLst/>
            <a:gdLst/>
            <a:ahLst/>
            <a:cxnLst/>
            <a:rect l="l" t="t" r="r" b="b"/>
            <a:pathLst>
              <a:path w="9753600" h="6392851">
                <a:moveTo>
                  <a:pt x="0" y="0"/>
                </a:moveTo>
                <a:lnTo>
                  <a:pt x="9753600" y="0"/>
                </a:lnTo>
                <a:lnTo>
                  <a:pt x="9753600" y="6392851"/>
                </a:lnTo>
                <a:lnTo>
                  <a:pt x="0" y="639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34" b="-979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31520"/>
            <a:ext cx="9624390" cy="5522889"/>
          </a:xfrm>
          <a:custGeom>
            <a:avLst/>
            <a:gdLst/>
            <a:ahLst/>
            <a:cxnLst/>
            <a:rect l="l" t="t" r="r" b="b"/>
            <a:pathLst>
              <a:path w="9624390" h="5522889">
                <a:moveTo>
                  <a:pt x="0" y="0"/>
                </a:moveTo>
                <a:lnTo>
                  <a:pt x="9624390" y="0"/>
                </a:lnTo>
                <a:lnTo>
                  <a:pt x="9624390" y="5522889"/>
                </a:lnTo>
                <a:lnTo>
                  <a:pt x="0" y="5522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4" r="-2104" b="-2203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27392"/>
            <a:ext cx="9753600" cy="6515540"/>
          </a:xfrm>
          <a:custGeom>
            <a:avLst/>
            <a:gdLst/>
            <a:ahLst/>
            <a:cxnLst/>
            <a:rect l="l" t="t" r="r" b="b"/>
            <a:pathLst>
              <a:path w="9753600" h="6515540">
                <a:moveTo>
                  <a:pt x="0" y="0"/>
                </a:moveTo>
                <a:lnTo>
                  <a:pt x="9753600" y="0"/>
                </a:lnTo>
                <a:lnTo>
                  <a:pt x="9753600" y="6515540"/>
                </a:lnTo>
                <a:lnTo>
                  <a:pt x="0" y="6515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6" t="-641" b="-1278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61782"/>
            <a:ext cx="9753600" cy="6513350"/>
          </a:xfrm>
          <a:custGeom>
            <a:avLst/>
            <a:gdLst/>
            <a:ahLst/>
            <a:cxnLst/>
            <a:rect l="l" t="t" r="r" b="b"/>
            <a:pathLst>
              <a:path w="9753600" h="6513350">
                <a:moveTo>
                  <a:pt x="0" y="0"/>
                </a:moveTo>
                <a:lnTo>
                  <a:pt x="9753600" y="0"/>
                </a:lnTo>
                <a:lnTo>
                  <a:pt x="9753600" y="6513351"/>
                </a:lnTo>
                <a:lnTo>
                  <a:pt x="0" y="6513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" r="-84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824" y="349825"/>
            <a:ext cx="9797362" cy="6663916"/>
          </a:xfrm>
          <a:custGeom>
            <a:avLst/>
            <a:gdLst/>
            <a:ahLst/>
            <a:cxnLst/>
            <a:rect l="l" t="t" r="r" b="b"/>
            <a:pathLst>
              <a:path w="9797362" h="6663916">
                <a:moveTo>
                  <a:pt x="0" y="0"/>
                </a:moveTo>
                <a:lnTo>
                  <a:pt x="9797362" y="0"/>
                </a:lnTo>
                <a:lnTo>
                  <a:pt x="9797362" y="6663915"/>
                </a:lnTo>
                <a:lnTo>
                  <a:pt x="0" y="6663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28" t="-614" r="-1552" b="-614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92548" cy="7315200"/>
            <a:chOff x="0" y="0"/>
            <a:chExt cx="1305673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56743" cy="9753600"/>
            </a:xfrm>
            <a:custGeom>
              <a:avLst/>
              <a:gdLst/>
              <a:ahLst/>
              <a:cxnLst/>
              <a:rect l="l" t="t" r="r" b="b"/>
              <a:pathLst>
                <a:path w="13056743" h="9753600">
                  <a:moveTo>
                    <a:pt x="0" y="0"/>
                  </a:moveTo>
                  <a:lnTo>
                    <a:pt x="13056743" y="0"/>
                  </a:lnTo>
                  <a:lnTo>
                    <a:pt x="13056743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401" r="-1640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6810" y="6729946"/>
            <a:ext cx="2572541" cy="369808"/>
            <a:chOff x="0" y="0"/>
            <a:chExt cx="3430054" cy="4930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30016" cy="493014"/>
            </a:xfrm>
            <a:custGeom>
              <a:avLst/>
              <a:gdLst/>
              <a:ahLst/>
              <a:cxnLst/>
              <a:rect l="l" t="t" r="r" b="b"/>
              <a:pathLst>
                <a:path w="3430016" h="493014">
                  <a:moveTo>
                    <a:pt x="0" y="0"/>
                  </a:moveTo>
                  <a:lnTo>
                    <a:pt x="3430016" y="0"/>
                  </a:lnTo>
                  <a:lnTo>
                    <a:pt x="3430016" y="493014"/>
                  </a:lnTo>
                  <a:lnTo>
                    <a:pt x="0" y="493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12" r="-313" b="-12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2049513" y="2925709"/>
            <a:ext cx="5844892" cy="119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6"/>
              </a:lnSpc>
            </a:pPr>
            <a:r>
              <a:rPr lang="en-US" sz="7680">
                <a:solidFill>
                  <a:srgbClr val="0060AA"/>
                </a:solidFill>
                <a:latin typeface="Garamond"/>
                <a:ea typeface="Garamond"/>
                <a:cs typeface="Garamond"/>
                <a:sym typeface="Garamond"/>
              </a:rPr>
              <a:t>THANK</a:t>
            </a:r>
            <a:r>
              <a:rPr lang="en-US" sz="768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7680">
                <a:solidFill>
                  <a:srgbClr val="E31E24"/>
                </a:solidFill>
                <a:latin typeface="Garamond"/>
                <a:ea typeface="Garamond"/>
                <a:cs typeface="Garamond"/>
                <a:sym typeface="Garamon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</Words>
  <Application>Microsoft Office PowerPoint</Application>
  <PresentationFormat>Custom</PresentationFormat>
  <Paragraphs>22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Times New Roman Bold</vt:lpstr>
      <vt:lpstr>Garamond</vt:lpstr>
      <vt:lpstr>Calibri</vt:lpstr>
      <vt:lpstr>Arimo</vt:lpstr>
      <vt:lpstr>Calibri (MS)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67c848f04d3e4fd5bfa820c237df7289.pptx</dc:title>
  <cp:lastModifiedBy>DEll</cp:lastModifiedBy>
  <cp:revision>2</cp:revision>
  <dcterms:created xsi:type="dcterms:W3CDTF">2006-08-16T00:00:00Z</dcterms:created>
  <dcterms:modified xsi:type="dcterms:W3CDTF">2026-09-14T14:09:13Z</dcterms:modified>
  <dc:identifier>DAHU-xCBw5o</dc:identifier>
</cp:coreProperties>
</file>